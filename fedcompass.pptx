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492375" y="24765"/>
            <a:ext cx="8116570" cy="1297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2492375" y="1915795"/>
            <a:ext cx="8116570" cy="1297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492375" y="3738245"/>
            <a:ext cx="8116570" cy="1297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492375" y="5560060"/>
            <a:ext cx="8116570" cy="1297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93420" y="528955"/>
            <a:ext cx="124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关键挑战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88285" y="460375"/>
            <a:ext cx="7559040" cy="51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场景配置复杂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         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运行状态难保障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       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安全风险难监控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3420" y="2327910"/>
            <a:ext cx="1583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核心优势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07690" y="2327910"/>
            <a:ext cx="7364730" cy="516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专业融合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  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流程闭环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   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运行可信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    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结果可解释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4055" y="4262755"/>
            <a:ext cx="1241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技术创新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56230" y="4171950"/>
            <a:ext cx="7616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领域化智能配置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      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轮次级协同监控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   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证据链驱动的可信分析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4055" y="5970270"/>
            <a:ext cx="158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智能体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协同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56230" y="6024880"/>
            <a:ext cx="7559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实验场景智能体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运行保障智能体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安全监控智能体</a:t>
            </a:r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   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结果分析智能体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6374130" y="1337310"/>
            <a:ext cx="353060" cy="58039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6374130" y="3217545"/>
            <a:ext cx="353060" cy="56388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6374130" y="5015865"/>
            <a:ext cx="353060" cy="58039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WPS 文字</Application>
  <PresentationFormat>宽屏</PresentationFormat>
  <Paragraphs>16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PingFang SC Semibold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Freddie.</cp:lastModifiedBy>
  <cp:revision>164</cp:revision>
  <dcterms:created xsi:type="dcterms:W3CDTF">2026-07-22T12:16:01Z</dcterms:created>
  <dcterms:modified xsi:type="dcterms:W3CDTF">2026-07-22T12:16:01Z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EA10794CAB1B5E5478B1606A55D33779_41</vt:lpwstr>
  </property>
</Properties>
</file>