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2b5da3b7c4c4f" /><Relationship Type="http://schemas.openxmlformats.org/officeDocument/2006/relationships/extended-properties" Target="/docProps/app.xml" Id="R4b05ae518c97402a" /><Relationship Type="http://schemas.openxmlformats.org/officeDocument/2006/relationships/officeDocument" Target="/ppt/presentation.xml" Id="R0080bc849b57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d0381c91ce461a"/>
  </p:sldMasterIdLst>
  <p:notesMasterIdLst>
    <p:notesMasterId xmlns:r="http://schemas.openxmlformats.org/officeDocument/2006/relationships" r:id="Rd47b5aabb40c4324"/>
  </p:notesMasterIdLst>
  <p:sldIdLst>
    <p:sldId xmlns:r="http://schemas.openxmlformats.org/officeDocument/2006/relationships" id="256" r:id="R180b2ef8cb2b4c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da92b50ef34a14" /><Relationship Type="http://schemas.openxmlformats.org/officeDocument/2006/relationships/slideMaster" Target="/ppt/slideMasters/slideMaster1.xml" Id="R53d0381c91ce461a" /><Relationship Type="http://schemas.openxmlformats.org/officeDocument/2006/relationships/notesMaster" Target="/ppt/notesMasters/notesMaster1.xml" Id="Rd47b5aabb40c4324" /><Relationship Type="http://schemas.openxmlformats.org/officeDocument/2006/relationships/presProps" Target="/ppt/presProps.xml" Id="R5ae7ce50eabc44a0" /><Relationship Type="http://schemas.openxmlformats.org/officeDocument/2006/relationships/tableStyles" Target="/ppt/tableStyles.xml" Id="R667fdde425f94744" /><Relationship Type="http://schemas.openxmlformats.org/officeDocument/2006/relationships/slide" Target="/ppt/slides/slide1.xml" Id="R180b2ef8cb2b4c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48a41265fb49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7cb8e346474c1f" /><Relationship Type="http://schemas.openxmlformats.org/officeDocument/2006/relationships/notesMaster" Target="/ppt/notesMasters/notesMaster1.xml" Id="R9a990ad9adb6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f0a491682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edc986df9842cf" /><Relationship Type="http://schemas.openxmlformats.org/officeDocument/2006/relationships/slideLayout" Target="/ppt/slideLayouts/slideLayout1.xml" Id="Re4abed5095f949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bed5095f9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bc7cbf1804bd5" /><Relationship Type="http://schemas.openxmlformats.org/officeDocument/2006/relationships/notesSlide" Target="/ppt/notesSlides/notesSlide1.xml" Id="Rf7bb3d7cd58a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deck-title">
            <a:extLst xmlns:a="http://schemas.openxmlformats.org/drawingml/2006/main">
              <a:ext uri="{FF2B5EF4-FFF2-40B4-BE49-F238E27FC236}">
                <a16:creationId xmlns:a16="http://schemas.microsoft.com/office/drawing/2014/main" id="{2600ACA5-46BA-419B-969E-16A436D2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FedCompass：多智能体如何协同实验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BA99A77-F603-4F38-BEE3-0308A4A8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C5563"/>
                </a:solidFill>
                <a:latin typeface="Arial"/>
                <a:ea typeface="Arial"/>
                <a:cs typeface="Arial"/>
              </a:rPr>
              <a:t>四个智能体共享同一条实验证据链，覆盖配置、运行、安全与结果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1811FF-014C-431D-813D-6E903886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gent-1-accent">
            <a:extLst xmlns:a="http://schemas.openxmlformats.org/drawingml/2006/main">
              <a:ext uri="{FF2B5EF4-FFF2-40B4-BE49-F238E27FC236}">
                <a16:creationId xmlns:a16="http://schemas.microsoft.com/office/drawing/2014/main" id="{E1A35EA7-9A0F-46B5-B137-09F9364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gent-1-number">
            <a:extLst xmlns:a="http://schemas.openxmlformats.org/drawingml/2006/main">
              <a:ext uri="{FF2B5EF4-FFF2-40B4-BE49-F238E27FC236}">
                <a16:creationId xmlns:a16="http://schemas.microsoft.com/office/drawing/2014/main" id="{F859107E-107C-4773-A297-A3CC8B7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agent-1-title">
            <a:extLst xmlns:a="http://schemas.openxmlformats.org/drawingml/2006/main">
              <a:ext uri="{FF2B5EF4-FFF2-40B4-BE49-F238E27FC236}">
                <a16:creationId xmlns:a16="http://schemas.microsoft.com/office/drawing/2014/main" id="{0E02D2C9-BEBF-46F8-B042-01E11B2E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实验场景智能体</a:t>
            </a:r>
          </a:p>
        </p:txBody>
      </p:sp>
      <p:sp>
        <p:nvSpPr>
          <p:cNvPr id="7" name="agent-1-module">
            <a:extLst xmlns:a="http://schemas.openxmlformats.org/drawingml/2006/main">
              <a:ext uri="{FF2B5EF4-FFF2-40B4-BE49-F238E27FC236}">
                <a16:creationId xmlns:a16="http://schemas.microsoft.com/office/drawing/2014/main" id="{F3B50062-A245-4972-A782-DD04520E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97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实验配置模块</a:t>
            </a:r>
          </a:p>
        </p:txBody>
      </p:sp>
      <p:sp>
        <p:nvSpPr>
          <p:cNvPr id="8" name="agent-1-description">
            <a:extLst xmlns:a="http://schemas.openxmlformats.org/drawingml/2006/main">
              <a:ext uri="{FF2B5EF4-FFF2-40B4-BE49-F238E27FC236}">
                <a16:creationId xmlns:a16="http://schemas.microsoft.com/office/drawing/2014/main" id="{44BCB730-78F7-495D-A4FB-6DE3CC7E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C5563"/>
                </a:solidFill>
                <a:latin typeface="Arial"/>
                <a:ea typeface="Arial"/>
                <a:cs typeface="Arial"/>
              </a:rPr>
              <a:t>自然语言场景 → 受约束 config_json</a:t>
            </a:r>
          </a:p>
        </p:txBody>
      </p:sp>
      <p:sp>
        <p:nvSpPr>
          <p:cNvPr id="9" name="agent-2-accent">
            <a:extLst xmlns:a="http://schemas.openxmlformats.org/drawingml/2006/main">
              <a:ext uri="{FF2B5EF4-FFF2-40B4-BE49-F238E27FC236}">
                <a16:creationId xmlns:a16="http://schemas.microsoft.com/office/drawing/2014/main" id="{0B200A1A-C5A5-497F-B3A6-54BE270A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954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t-2-number">
            <a:extLst xmlns:a="http://schemas.openxmlformats.org/drawingml/2006/main">
              <a:ext uri="{FF2B5EF4-FFF2-40B4-BE49-F238E27FC236}">
                <a16:creationId xmlns:a16="http://schemas.microsoft.com/office/drawing/2014/main" id="{C48B0A0D-7A3E-4E6B-91FD-F2FB567F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agent-2-title">
            <a:extLst xmlns:a="http://schemas.openxmlformats.org/drawingml/2006/main">
              <a:ext uri="{FF2B5EF4-FFF2-40B4-BE49-F238E27FC236}">
                <a16:creationId xmlns:a16="http://schemas.microsoft.com/office/drawing/2014/main" id="{A91A8B3D-70E0-461C-B6D8-4FA5121A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81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运行保障智能体</a:t>
            </a:r>
          </a:p>
        </p:txBody>
      </p:sp>
      <p:sp>
        <p:nvSpPr>
          <p:cNvPr id="12" name="agent-2-module">
            <a:extLst xmlns:a="http://schemas.openxmlformats.org/drawingml/2006/main">
              <a:ext uri="{FF2B5EF4-FFF2-40B4-BE49-F238E27FC236}">
                <a16:creationId xmlns:a16="http://schemas.microsoft.com/office/drawing/2014/main" id="{2F19EFDE-1A2C-45D4-B6D9-71B4B6A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97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实验编排 / 运行保障</a:t>
            </a:r>
          </a:p>
        </p:txBody>
      </p:sp>
      <p:sp>
        <p:nvSpPr>
          <p:cNvPr id="13" name="agent-2-description">
            <a:extLst xmlns:a="http://schemas.openxmlformats.org/drawingml/2006/main">
              <a:ext uri="{FF2B5EF4-FFF2-40B4-BE49-F238E27FC236}">
                <a16:creationId xmlns:a16="http://schemas.microsoft.com/office/drawing/2014/main" id="{EE715754-5D86-49CC-AA97-F3C440E0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C5563"/>
                </a:solidFill>
                <a:latin typeface="Arial"/>
                <a:ea typeface="Arial"/>
                <a:cs typeface="Arial"/>
              </a:rPr>
              <a:t>preflight、runtime、finalize 三阶段检查</a:t>
            </a:r>
          </a:p>
        </p:txBody>
      </p:sp>
      <p:sp>
        <p:nvSpPr>
          <p:cNvPr id="14" name="agent-3-accent">
            <a:extLst xmlns:a="http://schemas.openxmlformats.org/drawingml/2006/main">
              <a:ext uri="{FF2B5EF4-FFF2-40B4-BE49-F238E27FC236}">
                <a16:creationId xmlns:a16="http://schemas.microsoft.com/office/drawing/2014/main" id="{7A597CEA-A505-43FF-82F9-6FBFC7E5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954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3-number">
            <a:extLst xmlns:a="http://schemas.openxmlformats.org/drawingml/2006/main">
              <a:ext uri="{FF2B5EF4-FFF2-40B4-BE49-F238E27FC236}">
                <a16:creationId xmlns:a16="http://schemas.microsoft.com/office/drawing/2014/main" id="{B601BE3E-1E9B-4C46-8C6D-9CD98EA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00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agent-3-title">
            <a:extLst xmlns:a="http://schemas.openxmlformats.org/drawingml/2006/main">
              <a:ext uri="{FF2B5EF4-FFF2-40B4-BE49-F238E27FC236}">
                <a16:creationId xmlns:a16="http://schemas.microsoft.com/office/drawing/2014/main" id="{AFE172E7-4B3D-435F-84F0-3F7CE6D9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81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安全监控智能体</a:t>
            </a:r>
          </a:p>
        </p:txBody>
      </p:sp>
      <p:sp>
        <p:nvSpPr>
          <p:cNvPr id="17" name="agent-3-module">
            <a:extLst xmlns:a="http://schemas.openxmlformats.org/drawingml/2006/main">
              <a:ext uri="{FF2B5EF4-FFF2-40B4-BE49-F238E27FC236}">
                <a16:creationId xmlns:a16="http://schemas.microsoft.com/office/drawing/2014/main" id="{1F7923A3-115D-4740-9132-56901AF9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97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运行监控 / 安全审查</a:t>
            </a:r>
          </a:p>
        </p:txBody>
      </p:sp>
      <p:sp>
        <p:nvSpPr>
          <p:cNvPr id="18" name="agent-3-description">
            <a:extLst xmlns:a="http://schemas.openxmlformats.org/drawingml/2006/main">
              <a:ext uri="{FF2B5EF4-FFF2-40B4-BE49-F238E27FC236}">
                <a16:creationId xmlns:a16="http://schemas.microsoft.com/office/drawing/2014/main" id="{7B7D738D-185C-4616-AB26-20FFA197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C5563"/>
                </a:solidFill>
                <a:latin typeface="Arial"/>
                <a:ea typeface="Arial"/>
                <a:cs typeface="Arial"/>
              </a:rPr>
              <a:t>LLM、Agent、FL 安全的被动审查</a:t>
            </a:r>
          </a:p>
        </p:txBody>
      </p:sp>
      <p:sp>
        <p:nvSpPr>
          <p:cNvPr id="19" name="agent-4-accent">
            <a:extLst xmlns:a="http://schemas.openxmlformats.org/drawingml/2006/main">
              <a:ext uri="{FF2B5EF4-FFF2-40B4-BE49-F238E27FC236}">
                <a16:creationId xmlns:a16="http://schemas.microsoft.com/office/drawing/2014/main" id="{4BB66A40-710B-4D75-B540-A38DF771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954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gent-4-number">
            <a:extLst xmlns:a="http://schemas.openxmlformats.org/drawingml/2006/main">
              <a:ext uri="{FF2B5EF4-FFF2-40B4-BE49-F238E27FC236}">
                <a16:creationId xmlns:a16="http://schemas.microsoft.com/office/drawing/2014/main" id="{3266EA13-E56F-4FB3-844E-A258EF1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0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agent-4-title">
            <a:extLst xmlns:a="http://schemas.openxmlformats.org/drawingml/2006/main">
              <a:ext uri="{FF2B5EF4-FFF2-40B4-BE49-F238E27FC236}">
                <a16:creationId xmlns:a16="http://schemas.microsoft.com/office/drawing/2014/main" id="{E69390BC-172F-4527-831B-34E2A1C3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结果分析智能体</a:t>
            </a:r>
          </a:p>
        </p:txBody>
      </p:sp>
      <p:sp>
        <p:nvSpPr>
          <p:cNvPr id="22" name="agent-4-module">
            <a:extLst xmlns:a="http://schemas.openxmlformats.org/drawingml/2006/main">
              <a:ext uri="{FF2B5EF4-FFF2-40B4-BE49-F238E27FC236}">
                <a16:creationId xmlns:a16="http://schemas.microsoft.com/office/drawing/2014/main" id="{8CC8EE2F-5135-4B41-8679-13E7C8B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97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结果评测 / 科研输出</a:t>
            </a:r>
          </a:p>
        </p:txBody>
      </p:sp>
      <p:sp>
        <p:nvSpPr>
          <p:cNvPr id="23" name="agent-4-description">
            <a:extLst xmlns:a="http://schemas.openxmlformats.org/drawingml/2006/main">
              <a:ext uri="{FF2B5EF4-FFF2-40B4-BE49-F238E27FC236}">
                <a16:creationId xmlns:a16="http://schemas.microsoft.com/office/drawing/2014/main" id="{00D07666-4D8A-4EDD-BE03-AFE043AE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C5563"/>
                </a:solidFill>
                <a:latin typeface="Arial"/>
                <a:ea typeface="Arial"/>
                <a:cs typeface="Arial"/>
              </a:rPr>
              <a:t>指标与过程证据 → 有边界的结论</a:t>
            </a:r>
          </a:p>
        </p:txBody>
      </p:sp>
      <p:sp>
        <p:nvSpPr>
          <p:cNvPr id="24" name="workflow-band">
            <a:extLst xmlns:a="http://schemas.openxmlformats.org/drawingml/2006/main">
              <a:ext uri="{FF2B5EF4-FFF2-40B4-BE49-F238E27FC236}">
                <a16:creationId xmlns:a16="http://schemas.microsoft.com/office/drawing/2014/main" id="{66522771-A1B4-4E0C-974F-2F181C8D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3919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orkflow-label">
            <a:extLst xmlns:a="http://schemas.openxmlformats.org/drawingml/2006/main">
              <a:ext uri="{FF2B5EF4-FFF2-40B4-BE49-F238E27FC236}">
                <a16:creationId xmlns:a16="http://schemas.microsoft.com/office/drawing/2014/main" id="{C443FD72-C574-4687-978C-DE5166E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42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一条闭环：配置进入 Runner，运行证据再回到智能体</a:t>
            </a:r>
          </a:p>
        </p:txBody>
      </p:sp>
      <p:sp>
        <p:nvSpPr>
          <p:cNvPr id="26" name="workflow-note">
            <a:extLst xmlns:a="http://schemas.openxmlformats.org/drawingml/2006/main">
              <a:ext uri="{FF2B5EF4-FFF2-40B4-BE49-F238E27FC236}">
                <a16:creationId xmlns:a16="http://schemas.microsoft.com/office/drawing/2014/main" id="{FE111AB9-EA26-4689-82EA-C9A32417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C5563"/>
                </a:solidFill>
                <a:latin typeface="Arial"/>
                <a:ea typeface="Arial"/>
                <a:cs typeface="Arial"/>
              </a:rPr>
              <a:t>每个检查节点都接收结构化 JSON；Qwen 负责判断，代码负责证据与安全边界</a:t>
            </a:r>
          </a:p>
        </p:txBody>
      </p:sp>
      <p:sp>
        <p:nvSpPr>
          <p:cNvPr id="27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62B79822-1E45-4801-98B2-204E574E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1004887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7CEA7150-8407-4DDE-BC46-05066C44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5314F19C-3FAB-46E1-B88B-BA86CAB1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场景配置</a:t>
            </a:r>
          </a:p>
        </p:txBody>
      </p:sp>
      <p:sp>
        <p:nvSpPr>
          <p:cNvPr id="30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ACEACEF0-CB25-4BF1-96C3-C1D978CF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C5563"/>
                </a:solidFill>
                <a:latin typeface="Arial"/>
                <a:ea typeface="Arial"/>
                <a:cs typeface="Arial"/>
              </a:rPr>
              <a:t>场景智能体生成 config</a:t>
            </a:r>
          </a:p>
        </p:txBody>
      </p:sp>
      <p:sp>
        <p:nvSpPr>
          <p:cNvPr id="31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AB4C7557-474A-4ECB-8CE2-08848B46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624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A89ED983-1055-4D71-A97D-B4D15D3C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B448E86F-6A70-4C23-8E58-1C2DF9F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76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启动前检查</a:t>
            </a:r>
          </a:p>
        </p:txBody>
      </p:sp>
      <p:sp>
        <p:nvSpPr>
          <p:cNvPr id="34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CEAC26DD-4562-47DC-9642-C92C3C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57775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C5563"/>
                </a:solidFill>
                <a:latin typeface="Arial"/>
                <a:ea typeface="Arial"/>
                <a:cs typeface="Arial"/>
              </a:rPr>
              <a:t>运行保障 + 安全基线</a:t>
            </a:r>
          </a:p>
        </p:txBody>
      </p:sp>
      <p:sp>
        <p:nvSpPr>
          <p:cNvPr id="35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E6B135CD-EA68-4124-87E3-280366C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624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317CD9C5-3B82-4EB7-BF69-E593AF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B293520A-6CAB-4440-B020-6C9B1AB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76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Runner 运行</a:t>
            </a:r>
          </a:p>
        </p:txBody>
      </p:sp>
      <p:sp>
        <p:nvSpPr>
          <p:cNvPr id="38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B1CC66A6-4836-476F-B6B7-1A7D722C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57775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C5563"/>
                </a:solidFill>
                <a:latin typeface="Arial"/>
                <a:ea typeface="Arial"/>
                <a:cs typeface="Arial"/>
              </a:rPr>
              <a:t>每轮保存原始 JSON</a:t>
            </a:r>
          </a:p>
        </p:txBody>
      </p:sp>
      <p:sp>
        <p:nvSpPr>
          <p:cNvPr id="39" name="stage-arrow-3">
            <a:extLst xmlns:a="http://schemas.openxmlformats.org/drawingml/2006/main">
              <a:ext uri="{FF2B5EF4-FFF2-40B4-BE49-F238E27FC236}">
                <a16:creationId xmlns:a16="http://schemas.microsoft.com/office/drawing/2014/main" id="{7E62D6F4-709C-453D-BA28-A697448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624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0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74B31128-C017-4E93-9904-B2F8167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1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3DC5BCD7-1A11-4A1B-988D-17D7BE3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76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周期协同检查</a:t>
            </a:r>
          </a:p>
        </p:txBody>
      </p:sp>
      <p:sp>
        <p:nvSpPr>
          <p:cNvPr id="42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C60F4107-8665-4716-8368-CCF5E4BF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C5563"/>
                </a:solidFill>
                <a:latin typeface="Arial"/>
                <a:ea typeface="Arial"/>
                <a:cs typeface="Arial"/>
              </a:rPr>
              <a:t>每 N 轮：两智能体 + Qwen</a:t>
            </a:r>
          </a:p>
        </p:txBody>
      </p:sp>
      <p:sp>
        <p:nvSpPr>
          <p:cNvPr id="43" name="stage-arrow-4">
            <a:extLst xmlns:a="http://schemas.openxmlformats.org/drawingml/2006/main">
              <a:ext uri="{FF2B5EF4-FFF2-40B4-BE49-F238E27FC236}">
                <a16:creationId xmlns:a16="http://schemas.microsoft.com/office/drawing/2014/main" id="{132E7D3F-08A0-480F-9F82-A884DBCB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624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4" name="stage-5-number">
            <a:extLst xmlns:a="http://schemas.openxmlformats.org/drawingml/2006/main">
              <a:ext uri="{FF2B5EF4-FFF2-40B4-BE49-F238E27FC236}">
                <a16:creationId xmlns:a16="http://schemas.microsoft.com/office/drawing/2014/main" id="{CEF3A2E5-A68E-4FC2-A2D5-26BB8231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43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5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79B950DD-7943-4BAF-961A-0D70641A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76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结果分析</a:t>
            </a:r>
          </a:p>
        </p:txBody>
      </p:sp>
      <p:sp>
        <p:nvSpPr>
          <p:cNvPr id="46" name="stage-5-detail">
            <a:extLst xmlns:a="http://schemas.openxmlformats.org/drawingml/2006/main">
              <a:ext uri="{FF2B5EF4-FFF2-40B4-BE49-F238E27FC236}">
                <a16:creationId xmlns:a16="http://schemas.microsoft.com/office/drawing/2014/main" id="{3D183FE1-58E9-415C-9F39-5A1FDACA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57775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C5563"/>
                </a:solidFill>
                <a:latin typeface="Arial"/>
                <a:ea typeface="Arial"/>
                <a:cs typeface="Arial"/>
              </a:rPr>
              <a:t>证据边界 + 下一步实验</a:t>
            </a:r>
          </a:p>
        </p:txBody>
      </p:sp>
      <p:sp>
        <p:nvSpPr>
          <p:cNvPr id="47" name="workflow-footnote">
            <a:extLst xmlns:a="http://schemas.openxmlformats.org/drawingml/2006/main">
              <a:ext uri="{FF2B5EF4-FFF2-40B4-BE49-F238E27FC236}">
                <a16:creationId xmlns:a16="http://schemas.microsoft.com/office/drawing/2014/main" id="{6B61FAF6-0BC5-4709-951B-1D0DEC77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C5563"/>
                </a:solidFill>
                <a:latin typeface="Arial"/>
                <a:ea typeface="Arial"/>
                <a:cs typeface="Arial"/>
              </a:rPr>
              <a:t>关键变化：运行保障与安全监控不是运行结束后的解释器，而是在真实训练中按轮次读取状态并调用 Qwen。</a:t>
            </a:r>
          </a:p>
        </p:txBody>
      </p:sp>
      <p:sp>
        <p:nvSpPr>
          <p:cNvPr id="4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9884AD-FEAA-45C6-9C2D-094F3EB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C556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C556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221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2026-07-22T11:40:23.4110000Z</dcterms:created>
  <dcterms:modified xsi:type="dcterms:W3CDTF">2026-07-22T11:40:23.4110000Z</dcterms:modified>
</coreProperties>
</file>